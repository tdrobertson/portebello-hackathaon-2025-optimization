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d9a465e5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d9a465e5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d9a465e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d9a465e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d9a465e5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d9a465e5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d9a465e5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d9a465e5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d9a465e5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d9a465e5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d9a465e5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d9a465e5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d9a465e5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d9a465e5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d9a465e5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d9a465e5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d9a465e5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d9a465e5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9a465e5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d9a465e5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d9a465e5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d9a465e5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d9a465e5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d9a465e5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d9a465e5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d9a465e5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Perfect Pallet, Perfect Delivery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Portobello</a:t>
            </a:r>
            <a:r>
              <a:rPr b="1" lang="en"/>
              <a:t> Hackathon 2025</a:t>
            </a:r>
            <a:endParaRPr b="1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296250" y="3383651"/>
            <a:ext cx="8520600" cy="9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45"/>
              <a:t>By:</a:t>
            </a:r>
            <a:endParaRPr sz="334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Thomas D. Robertson, Nol Patterson, Maximum Jessey,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Fengjun Han,Silas Webber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Our Solution: Basic Concepts and Ideas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19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AI Pallet Optimization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Integrate existing Item Database to store box orders and dimensions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 python algorithms to simulate Traveling Salesman Optimization and 3D packing Simulation.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Generate 3D heatmaps and </a:t>
            </a:r>
            <a:r>
              <a:rPr lang="en">
                <a:solidFill>
                  <a:schemeClr val="dk1"/>
                </a:solidFill>
              </a:rPr>
              <a:t>visualizations</a:t>
            </a:r>
            <a:r>
              <a:rPr lang="en">
                <a:solidFill>
                  <a:schemeClr val="dk1"/>
                </a:solidFill>
              </a:rPr>
              <a:t> via MatPlotLib for layout and path optimization.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2986875"/>
            <a:ext cx="8520600" cy="19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Core Features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Intelligent weight/volume balancing.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Automated label visibility planning - per box structure.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Optimal traversal route generation for workers.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Helps assist new workers with training and time efficiency.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72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Our Solution: Basic Concepts, Ideas, and Assumptions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19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AI Pallet Optimization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Integrate into existing Oracle Database to store box order and dimensions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Use various algorithms such as Greedy Algorithm, Monte Carlos Tree Search (MCTS) to determine optimal packing conditions.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Assumes optimal, randomized, and hybrid inventory locations.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2986875"/>
            <a:ext cx="8520600" cy="19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Core Features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Intelligent weight/volume balancing.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Automated label visibility planning - per box structure.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Demo Model showing optimal traversal route generation for workers.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Helps assist new workers with training and time efficiency.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AI &amp; Algorithmic Design</a:t>
            </a:r>
            <a:endParaRPr b="1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Data Integration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Inputs: order details, box dimensions, weight, loading zones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Output: optimized layout visualizations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Optimization Engine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Packing Optimization: 3D bin-packing and weight distribution using heuristics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Traversal Optimization (In-Progress): Traveling Salesman heuristics such as knn, simulated annealing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Visualizations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2D/3D rendering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en" sz="1600">
                <a:solidFill>
                  <a:schemeClr val="dk1"/>
                </a:solidFill>
              </a:rPr>
              <a:t>Loading zones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en" sz="1600">
                <a:solidFill>
                  <a:schemeClr val="dk1"/>
                </a:solidFill>
              </a:rPr>
              <a:t>Pallet loading layouts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romanLcPeriod"/>
            </a:pPr>
            <a:r>
              <a:rPr lang="en" sz="1600">
                <a:solidFill>
                  <a:schemeClr val="dk1"/>
                </a:solidFill>
              </a:rPr>
              <a:t>Worker routes visualized on Camera layout (Computer Vision Implementation)</a:t>
            </a:r>
            <a:endParaRPr sz="1600">
              <a:solidFill>
                <a:schemeClr val="dk1"/>
              </a:solidFill>
            </a:endParaRPr>
          </a:p>
          <a:p>
            <a:pPr indent="0" lvl="0" marL="13716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MatPlotLib Visualization</a:t>
            </a:r>
            <a:endParaRPr b="1"/>
          </a:p>
        </p:txBody>
      </p:sp>
      <p:pic>
        <p:nvPicPr>
          <p:cNvPr id="89" name="Google Shape;89;p18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689749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Figure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4549" y="1170125"/>
            <a:ext cx="368974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Innovation &amp; Creativity </a:t>
            </a:r>
            <a:endParaRPr b="1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Combines AI-based pathfinding with 3D space optimization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Integrates directly with Oracle systems currently in place.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Provides digital training capabilities for new workers using visual and data-driven data.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Converts human intuition to replicable AI logic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Impact</a:t>
            </a:r>
            <a:endParaRPr b="1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Warehouse Efficiency - Faster pallet assemblies and reduced worker travel distance.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Cost Reduction - Optimizing packaging reduces wasted space and transport costs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Quality &amp; Consistency - </a:t>
            </a:r>
            <a:r>
              <a:rPr lang="en" sz="2000">
                <a:solidFill>
                  <a:schemeClr val="dk1"/>
                </a:solidFill>
              </a:rPr>
              <a:t>automated</a:t>
            </a:r>
            <a:r>
              <a:rPr lang="en" sz="2000">
                <a:solidFill>
                  <a:schemeClr val="dk1"/>
                </a:solidFill>
              </a:rPr>
              <a:t> label alignment and stable packing for easy scanning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Automated Changes - Adding/removing material simplified and updates routes.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Impact</a:t>
            </a:r>
            <a:endParaRPr b="1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Traveling Salesman Problem - How can we optimize travel time and reduce backtracking?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Business Impact - </a:t>
            </a:r>
            <a:r>
              <a:rPr lang="en">
                <a:solidFill>
                  <a:schemeClr val="dk1"/>
                </a:solidFill>
              </a:rPr>
              <a:t>Optimizing </a:t>
            </a:r>
            <a:r>
              <a:rPr lang="en">
                <a:solidFill>
                  <a:schemeClr val="dk1"/>
                </a:solidFill>
              </a:rPr>
              <a:t>pallet stacking process will speed up shipment preparation, reduce potential for worker injury, and increase return on profit per pallet (ppp).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Scalability - Algorithmic concept can be applied to any amount or number of items.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Return on Investment - Earlier introduction of optimization equates to greater ROI.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Return on Investment &amp; Values</a:t>
            </a:r>
            <a:endParaRPr b="1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Timeframes: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Short-Term: Reduces inventory configuration time.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Medium-Term: Decreased Shipping costs through space optimization.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Long-Term: Faster employee training through path visualizations.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Efficient Integrations: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Utilizes already existing Oracle Database.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Local models reduce availability concerns.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Feasibility &amp; Scaling</a:t>
            </a:r>
            <a:endParaRPr b="1"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Built using Oracle Python Interface which is fully compatible with existing Oracle Database systems.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Can be expanded to: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Automated robot palletization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" sz="1600">
                <a:solidFill>
                  <a:schemeClr val="dk1"/>
                </a:solidFill>
              </a:rPr>
              <a:t>Reducing worker exposure to physical injuries.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Real-time sensor weighing using IoT (Highway Transport Compliance)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 sz="1600">
                <a:solidFill>
                  <a:schemeClr val="dk1"/>
                </a:solidFill>
              </a:rPr>
              <a:t>AI-assisted fleet loading optimization for Transports.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Python modules are easily scalable to cloud or local environments.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Ideas: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Integrate computer vision for label scanning and verification.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IoT sensor devices for live weight scanning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solution aims to bridge data, Artificial Intelligence, and computer visualizations to create a smarter, safer, and more efficient pallet system and working environment.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Optimize space and Stability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Automate worker path planning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Enhance training demands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Aligns with </a:t>
            </a:r>
            <a:r>
              <a:rPr lang="en">
                <a:solidFill>
                  <a:schemeClr val="dk1"/>
                </a:solidFill>
              </a:rPr>
              <a:t>Portobellos</a:t>
            </a:r>
            <a:r>
              <a:rPr lang="en">
                <a:solidFill>
                  <a:schemeClr val="dk1"/>
                </a:solidFill>
              </a:rPr>
              <a:t> Automation Safety focused visions.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